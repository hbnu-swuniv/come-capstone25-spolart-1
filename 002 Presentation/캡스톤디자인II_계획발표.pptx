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1" r:id="rId4"/>
    <p:sldId id="263" r:id="rId5"/>
    <p:sldId id="262" r:id="rId6"/>
    <p:sldId id="258" r:id="rId7"/>
    <p:sldId id="259" r:id="rId8"/>
    <p:sldId id="264" r:id="rId9"/>
    <p:sldId id="265" r:id="rId10"/>
    <p:sldId id="267" r:id="rId11"/>
    <p:sldId id="266" r:id="rId12"/>
  </p:sldIdLst>
  <p:sldSz cx="12192000" cy="6858000"/>
  <p:notesSz cx="6858000" cy="9144000"/>
  <p:embeddedFontLst>
    <p:embeddedFont>
      <p:font typeface="나눔스퀘어 네오 Regular" panose="00000500000000000000" pitchFamily="2" charset="-127"/>
      <p:regular r:id="rId14"/>
    </p:embeddedFont>
    <p:embeddedFont>
      <p:font typeface="나눔스퀘어 네오 ExtraBold" panose="00000900000000000000" pitchFamily="2" charset="-127"/>
      <p:bold r:id="rId15"/>
    </p:embeddedFont>
    <p:embeddedFont>
      <p:font typeface="맑은 고딕" panose="020B0503020000020004" pitchFamily="50" charset="-127"/>
      <p:regular r:id="rId16"/>
      <p:bold r:id="rId17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3F3"/>
    <a:srgbClr val="F8F8F6"/>
    <a:srgbClr val="1A1A1A"/>
    <a:srgbClr val="FAFAF8"/>
    <a:srgbClr val="FFFB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42" autoAdjust="0"/>
  </p:normalViewPr>
  <p:slideViewPr>
    <p:cSldViewPr snapToGrid="0">
      <p:cViewPr varScale="1">
        <p:scale>
          <a:sx n="107" d="100"/>
          <a:sy n="107" d="100"/>
        </p:scale>
        <p:origin x="672" y="102"/>
      </p:cViewPr>
      <p:guideLst/>
    </p:cSldViewPr>
  </p:slideViewPr>
  <p:notesTextViewPr>
    <p:cViewPr>
      <p:scale>
        <a:sx n="3" d="2"/>
        <a:sy n="3" d="2"/>
      </p:scale>
      <p:origin x="-6" y="-18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F6779E-5680-4C8B-A11C-873BAA4F8BA4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290120-4224-40CD-B551-14C9BCDE764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82124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90120-4224-40CD-B551-14C9BCDE764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13149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90120-4224-40CD-B551-14C9BCDE7647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75687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90120-4224-40CD-B551-14C9BCDE7647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58179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90120-4224-40CD-B551-14C9BCDE7647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89014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90120-4224-40CD-B551-14C9BCDE7647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1654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90120-4224-40CD-B551-14C9BCDE7647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576492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51A07C-EECB-0FBA-9C6C-08EEDD0861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82061B6-0701-98E4-09A8-3788579E37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B476277-448E-48C7-3366-E6656F8CF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8050761-DB61-21E7-8F8D-287C24721AC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90120-4224-40CD-B551-14C9BCDE7647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4814524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E61C2-6EFD-E0C2-933C-BECC558614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694F0D-D32F-DC0B-CDFF-EC931D4665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5DEB97-5F26-0030-5C54-C1C8B3D4C4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4F4F4F-8F4E-331A-2374-AF56E51C82C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90120-4224-40CD-B551-14C9BCDE7647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60136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39D5C6-4336-BAAE-A679-74E8D581E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B52A889-5EBC-BC2B-D964-E556F9843A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FE8E7DC-2C1C-43F1-F536-1F70C7ED28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4968C40-3FF5-F2AC-D6D5-8A8C0254FE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90120-4224-40CD-B551-14C9BCDE7647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51950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32CD65-0B0E-EFC9-5DB2-32467A1D29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778997D-9DD9-69BB-601F-D278B33BFA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AD34A8A-BFC5-002C-B93C-F2449A85F0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C03953-F1F8-B76E-BD8B-F60B0AEE9B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5290120-4224-40CD-B551-14C9BCDE7647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10492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9900DB-B6BE-34AC-892B-E741528C67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578F472-A948-CBD9-9405-34434F73F7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96F1A5-F465-E3AE-09F5-4602104ED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E38DF-2427-4F9F-9416-EC6C1BE9734D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47A5323-A09C-44D3-9C64-4E501C5DE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26E048B-B7EA-005D-C8C0-6CF155C4B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9B5F3-419F-4F3E-A1D6-6145030676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0214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8E74C5-9B74-DDC1-B5DD-BE8C7E865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A0084FF-2EFD-C80E-51DE-471ED1D38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47F39B-7C8B-C042-C5D0-BB8C04D62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E38DF-2427-4F9F-9416-EC6C1BE9734D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C73BD0-C048-93B2-F093-41A7AEDC3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32C771-CF83-B3E1-9F3F-2AB1529EB2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9B5F3-419F-4F3E-A1D6-6145030676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20917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687F3A-39E7-1FBD-0022-8E5B184A28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34B8B2-C10E-72C2-03B7-BDC98A5BA4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54F3E6-E4CB-AB99-5051-737C3A77C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E38DF-2427-4F9F-9416-EC6C1BE9734D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69F47B-8756-0103-D825-AE25EC9A3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681E17A-ADFC-962E-97EA-9D0164974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9B5F3-419F-4F3E-A1D6-6145030676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36863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234FEA8-AA10-9D9F-22B1-CF14473643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7C955D6-7F2A-9463-7110-35A67DF8AC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83CFCFF-BDEC-C7F1-BD76-A4E4967384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6260F0-CCA5-8D89-ED4D-C1EF55E92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E38DF-2427-4F9F-9416-EC6C1BE9734D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9440D4F-0624-2066-C982-02A679BED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6764318-150A-0CC3-CB8E-0930C8F0F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9B5F3-419F-4F3E-A1D6-6145030676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81088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75D587B-8977-33EC-605A-5E4ACFF46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40B220F-B66C-7591-7347-35BCC3242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9F51652-757A-A66B-239F-058382C3D6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E41D7E1-B433-407A-B610-16199918B6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2D764D5-D3AC-04B1-1F45-A395E43674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750BAB4-680C-37BD-E37A-785390F35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E38DF-2427-4F9F-9416-EC6C1BE9734D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9E7AB75-5FA5-5B89-E3D5-CC753D65E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DD903A5-9229-0570-5CE4-AEECE14E8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9B5F3-419F-4F3E-A1D6-6145030676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0065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58AC7F-CDEB-364D-13F8-88C59BB2B2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430D823-18AB-EDFF-0232-98E8CA662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E38DF-2427-4F9F-9416-EC6C1BE9734D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554B762-12C6-08DD-3659-758DA60E4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DECA67F-D27B-1A02-D56E-2B3F4D550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9B5F3-419F-4F3E-A1D6-6145030676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32171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1639B59-88E3-024F-9E8A-187F82E6E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E38DF-2427-4F9F-9416-EC6C1BE9734D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F3B1629-13AE-522B-D92B-A31B16A45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67F36E4-FB6B-792A-6678-2F5125BAB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9B5F3-419F-4F3E-A1D6-6145030676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74162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B98286-B735-B683-06FD-FF1508145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CAFA578-F026-D6DD-0B88-6822DE593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2A213CB-A5B1-0832-9167-03ED46890C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877931-DD0E-82B6-368D-269296A1B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E38DF-2427-4F9F-9416-EC6C1BE9734D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4E1A507-DEA8-65FF-0869-5B1DD1B25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5644474-8B17-A2A9-F8B8-F0386A8B2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9B5F3-419F-4F3E-A1D6-6145030676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2094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C027DA-865E-180E-5B03-BA5AA3764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7EA1FBB-EA24-0BA3-60CD-DB1530D2FE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CC32B46-9986-F4CF-CC8A-4C7CB47D31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DD9301D-07B1-EA3A-4EC6-3E5AD3D41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E38DF-2427-4F9F-9416-EC6C1BE9734D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D46E8E8-B48E-7755-F5F4-76DC7BEDC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8FACBC0-CE2D-D929-EF5F-C827CFEDA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9B5F3-419F-4F3E-A1D6-6145030676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331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EF276B-9206-B909-7883-7DC94B15D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0E0DC0B-0965-027C-48E4-4C3AA6B0CE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586109-59AA-4B24-C478-BE2E5E47C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E38DF-2427-4F9F-9416-EC6C1BE9734D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B0E90C-C09D-4BF3-8AFA-02E9D07A7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D70C8B0-2AF8-2806-46A6-002D06E7B9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9B5F3-419F-4F3E-A1D6-6145030676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6562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3A1B5D9-8A7C-3F2E-B87B-9B1F56096C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962B4F5-2A9A-CB46-768A-3A265C3EF7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82613A2-BE07-B68B-368E-3CEAD6178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E38DF-2427-4F9F-9416-EC6C1BE9734D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4EFFAF-090A-6FE9-82A9-C06DB2EFE2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977D2A3-DC3A-0DCC-BB53-CC738F5B4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19B5F3-419F-4F3E-A1D6-6145030676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749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5EE18DE-4DC5-DC5E-1292-4E2A3AEE3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3986D7-24FA-3E37-A27D-10740ACC2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913165C-6B64-6BBA-2E22-A6F4209EC6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7E38DF-2427-4F9F-9416-EC6C1BE9734D}" type="datetimeFigureOut">
              <a:rPr lang="ko-KR" altLang="en-US" smtClean="0"/>
              <a:t>2025-07-08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CCFADF-B89F-A828-3DE9-D227B44447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6773FD6-D96D-AA26-D776-5EBD8D3846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19B5F3-419F-4F3E-A1D6-6145030676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7417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ACD036AE-DA48-F48B-402A-589AB01B450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62D389B-AB9F-7E85-0CEB-7D7657772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7381" y="2468851"/>
            <a:ext cx="9430328" cy="1470746"/>
          </a:xfrm>
        </p:spPr>
        <p:txBody>
          <a:bodyPr>
            <a:normAutofit fontScale="90000"/>
          </a:bodyPr>
          <a:lstStyle/>
          <a:p>
            <a:pPr algn="l"/>
            <a:r>
              <a:rPr lang="ko-KR" altLang="en-US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유니티를 이용한 </a:t>
            </a:r>
            <a:r>
              <a:rPr lang="ko-KR" altLang="en-US" dirty="0" err="1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로그라이크</a:t>
            </a:r>
            <a:r>
              <a:rPr lang="ko-KR" altLang="en-US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 </a:t>
            </a:r>
            <a:br>
              <a:rPr lang="en-US" altLang="ko-KR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</a:br>
            <a:r>
              <a:rPr lang="ko-KR" altLang="en-US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멀티플레이 게임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98E1A1C-9C62-157F-56E1-949E7974D6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7381" y="3939597"/>
            <a:ext cx="9144000" cy="2456296"/>
          </a:xfrm>
        </p:spPr>
        <p:txBody>
          <a:bodyPr/>
          <a:lstStyle/>
          <a:p>
            <a:pPr algn="l"/>
            <a:r>
              <a:rPr lang="ko-KR" altLang="en-US" sz="28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지도교수 </a:t>
            </a:r>
            <a:r>
              <a:rPr lang="ko-KR" altLang="en-US" sz="2800" dirty="0" err="1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박천음</a:t>
            </a:r>
            <a:endParaRPr lang="en-US" altLang="ko-KR" sz="28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algn="l"/>
            <a:endParaRPr lang="en-US" altLang="ko-KR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algn="l"/>
            <a:r>
              <a:rPr lang="en-US" altLang="ko-KR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20201758</a:t>
            </a:r>
            <a:r>
              <a:rPr lang="ko-KR" altLang="en-US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구한빈</a:t>
            </a:r>
            <a:endParaRPr lang="en-US" altLang="ko-KR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algn="l"/>
            <a:r>
              <a:rPr lang="en-US" altLang="ko-KR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20201781 </a:t>
            </a:r>
            <a:r>
              <a:rPr lang="ko-KR" altLang="en-US" dirty="0" err="1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이윤재</a:t>
            </a:r>
            <a:endParaRPr lang="en-US" altLang="ko-KR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28787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34BE8B8-BF5C-754B-7CEE-4FD80D344E4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2330D26-9FB7-7895-9DDA-E242528A455A}"/>
              </a:ext>
            </a:extLst>
          </p:cNvPr>
          <p:cNvCxnSpPr/>
          <p:nvPr/>
        </p:nvCxnSpPr>
        <p:spPr>
          <a:xfrm>
            <a:off x="0" y="951343"/>
            <a:ext cx="12192000" cy="0"/>
          </a:xfrm>
          <a:prstGeom prst="line">
            <a:avLst/>
          </a:prstGeom>
          <a:ln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9EF621C9-0909-10DC-BCFD-4AAE872A4E8C}"/>
              </a:ext>
            </a:extLst>
          </p:cNvPr>
          <p:cNvSpPr txBox="1"/>
          <p:nvPr/>
        </p:nvSpPr>
        <p:spPr>
          <a:xfrm>
            <a:off x="479040" y="243457"/>
            <a:ext cx="414251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4000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목차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535F18E-C837-BB7C-2CB6-F9EBDB8CA077}"/>
              </a:ext>
            </a:extLst>
          </p:cNvPr>
          <p:cNvSpPr txBox="1"/>
          <p:nvPr/>
        </p:nvSpPr>
        <p:spPr>
          <a:xfrm>
            <a:off x="1701297" y="1351564"/>
            <a:ext cx="7388915" cy="58169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1.</a:t>
            </a:r>
            <a:r>
              <a:rPr lang="ko-KR" altLang="en-US" sz="3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프로젝트 개요</a:t>
            </a:r>
            <a:endParaRPr lang="en-US" altLang="ko-KR" sz="32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r>
              <a:rPr lang="en-US" altLang="ko-KR" sz="36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	</a:t>
            </a:r>
            <a:r>
              <a:rPr lang="en-US" altLang="ko-KR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- </a:t>
            </a:r>
            <a:r>
              <a:rPr lang="ko-KR" altLang="en-US" sz="2400" dirty="0" err="1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캡스톤</a:t>
            </a:r>
            <a:r>
              <a:rPr lang="en-US" altLang="ko-KR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I </a:t>
            </a: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요약</a:t>
            </a:r>
            <a:endParaRPr lang="en-US" altLang="ko-KR" sz="24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r>
              <a:rPr lang="en-US" altLang="ko-KR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	- </a:t>
            </a:r>
            <a:r>
              <a:rPr lang="ko-KR" altLang="en-US" sz="2400" dirty="0" err="1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캡스톤</a:t>
            </a:r>
            <a:r>
              <a:rPr lang="en-US" altLang="ko-KR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II </a:t>
            </a: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목표</a:t>
            </a:r>
            <a:endParaRPr lang="en-US" altLang="ko-KR" sz="24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endParaRPr lang="en-US" altLang="ko-KR" sz="12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r>
              <a:rPr lang="en-US" altLang="ko-KR" sz="3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2. </a:t>
            </a:r>
            <a:r>
              <a:rPr lang="ko-KR" altLang="en-US" sz="3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프로젝트 개발 내용</a:t>
            </a:r>
            <a:endParaRPr lang="en-US" altLang="ko-KR" sz="32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r>
              <a:rPr lang="en-US" altLang="ko-KR" sz="36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	</a:t>
            </a:r>
            <a:r>
              <a:rPr lang="en-US" altLang="ko-KR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- </a:t>
            </a: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던전 탐험</a:t>
            </a:r>
            <a:endParaRPr lang="en-US" altLang="ko-KR" sz="24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r>
              <a:rPr lang="en-US" altLang="ko-KR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	- </a:t>
            </a: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게임 시스템</a:t>
            </a:r>
            <a:endParaRPr lang="en-US" altLang="ko-KR" sz="24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r>
              <a:rPr lang="en-US" altLang="ko-KR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	- </a:t>
            </a:r>
            <a:r>
              <a:rPr lang="ko-KR" altLang="en-US" sz="2400" dirty="0" err="1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싱글플레이</a:t>
            </a: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및 멀티플레이 개발</a:t>
            </a:r>
            <a:endParaRPr lang="en-US" altLang="ko-KR" sz="24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endParaRPr lang="en-US" altLang="ko-KR" sz="12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r>
              <a:rPr lang="en-US" altLang="ko-KR" sz="3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3. </a:t>
            </a:r>
            <a:r>
              <a:rPr lang="ko-KR" altLang="en-US" sz="32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프로젝트 개발 계획</a:t>
            </a:r>
            <a:endParaRPr lang="en-US" altLang="ko-KR" sz="32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r>
              <a:rPr lang="en-US" altLang="ko-KR" sz="36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	</a:t>
            </a:r>
            <a:r>
              <a:rPr lang="en-US" altLang="ko-KR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- </a:t>
            </a: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개발 계획 및 추진 전략</a:t>
            </a:r>
            <a:endParaRPr lang="en-US" altLang="ko-KR" sz="24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r>
              <a:rPr lang="en-US" altLang="ko-KR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	- </a:t>
            </a: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팀원 별 역할</a:t>
            </a:r>
            <a:endParaRPr lang="en-US" altLang="ko-KR" sz="24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endParaRPr lang="ko-KR" altLang="en-US" sz="36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37157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A0E8D0-665B-08E7-455B-F8108B4816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FC8E2F1-8554-3A13-DC3C-F5B26DD27D8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362664C-0AB2-C4F8-73AE-5BAB7B34FD3B}"/>
              </a:ext>
            </a:extLst>
          </p:cNvPr>
          <p:cNvCxnSpPr/>
          <p:nvPr/>
        </p:nvCxnSpPr>
        <p:spPr>
          <a:xfrm>
            <a:off x="0" y="951343"/>
            <a:ext cx="12192000" cy="0"/>
          </a:xfrm>
          <a:prstGeom prst="line">
            <a:avLst/>
          </a:prstGeom>
          <a:ln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CFF9957C-C7D6-74F8-C20B-F4A3670FC488}"/>
              </a:ext>
            </a:extLst>
          </p:cNvPr>
          <p:cNvSpPr txBox="1"/>
          <p:nvPr/>
        </p:nvSpPr>
        <p:spPr>
          <a:xfrm>
            <a:off x="479040" y="243457"/>
            <a:ext cx="74493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1. </a:t>
            </a:r>
            <a:r>
              <a:rPr lang="ko-KR" altLang="en-US" sz="4000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프로젝트 개요 </a:t>
            </a:r>
            <a:r>
              <a:rPr lang="en-US" altLang="ko-KR" sz="28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– </a:t>
            </a:r>
            <a:r>
              <a:rPr lang="ko-KR" altLang="en-US" sz="2800" dirty="0" err="1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캡스톤디자인</a:t>
            </a:r>
            <a:r>
              <a:rPr lang="en-US" altLang="ko-KR" sz="28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I  </a:t>
            </a:r>
            <a:r>
              <a:rPr lang="ko-KR" altLang="en-US" sz="28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요약</a:t>
            </a:r>
            <a:endParaRPr lang="ko-KR" altLang="en-US" sz="40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AEB950-5774-D779-98DE-996A610B43A5}"/>
              </a:ext>
            </a:extLst>
          </p:cNvPr>
          <p:cNvSpPr txBox="1"/>
          <p:nvPr/>
        </p:nvSpPr>
        <p:spPr>
          <a:xfrm>
            <a:off x="1045080" y="1659285"/>
            <a:ext cx="10454845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1) </a:t>
            </a:r>
            <a:r>
              <a:rPr lang="ko-KR" altLang="en-US" sz="2800" b="1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멀티플레이 기능</a:t>
            </a:r>
            <a:endParaRPr lang="en-US" altLang="ko-KR" sz="2800" b="1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lvl="1"/>
            <a:r>
              <a:rPr lang="en-US" altLang="ko-KR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- </a:t>
            </a: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호스트 및 클라이언트 게임 접속</a:t>
            </a:r>
            <a:endParaRPr lang="en-US" altLang="ko-KR" sz="24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lvl="1"/>
            <a:r>
              <a:rPr lang="en-US" altLang="ko-KR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- </a:t>
            </a: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플레이어 위치 및 애니메이션 동기화</a:t>
            </a:r>
            <a:endParaRPr lang="en-US" altLang="ko-KR" sz="24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lvl="1"/>
            <a:r>
              <a:rPr lang="en-US" altLang="ko-KR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- </a:t>
            </a: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데이터 저장 및 복구</a:t>
            </a:r>
            <a:endParaRPr lang="en-US" altLang="ko-KR" sz="24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endParaRPr lang="en-US" altLang="ko-KR" sz="1200" b="1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r>
              <a:rPr lang="en-US" altLang="ko-KR" sz="2800" b="1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2) </a:t>
            </a:r>
            <a:r>
              <a:rPr lang="ko-KR" altLang="en-US" sz="2800" b="1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캐릭터 기능</a:t>
            </a:r>
            <a:endParaRPr lang="en-US" altLang="ko-KR" sz="2800" b="1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452438"/>
            <a:r>
              <a:rPr lang="en-US" altLang="ko-KR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- </a:t>
            </a: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채광</a:t>
            </a:r>
            <a:r>
              <a:rPr lang="en-US" altLang="ko-KR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, </a:t>
            </a: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스킬</a:t>
            </a:r>
            <a:r>
              <a:rPr lang="en-US" altLang="ko-KR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, </a:t>
            </a: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인벤토리</a:t>
            </a:r>
            <a:endParaRPr lang="en-US" altLang="ko-KR" sz="24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endParaRPr lang="en-US" altLang="ko-KR" sz="1200" b="1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r>
              <a:rPr lang="en-US" altLang="ko-KR" sz="2800" b="1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3) </a:t>
            </a:r>
            <a:r>
              <a:rPr lang="ko-KR" altLang="en-US" sz="2800" b="1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적 기능</a:t>
            </a:r>
            <a:endParaRPr lang="en-US" altLang="ko-KR" sz="2800" b="1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lvl="1"/>
            <a:r>
              <a:rPr lang="en-US" altLang="ko-KR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- </a:t>
            </a: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플레이어 감지</a:t>
            </a:r>
            <a:r>
              <a:rPr lang="en-US" altLang="ko-KR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, </a:t>
            </a: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추적</a:t>
            </a:r>
            <a:r>
              <a:rPr lang="en-US" altLang="ko-KR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, </a:t>
            </a: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공격</a:t>
            </a:r>
            <a:endParaRPr lang="en-US" altLang="ko-KR" sz="24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lvl="1" indent="-457200"/>
            <a:endParaRPr lang="en-US" altLang="ko-KR" sz="1200" b="1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r>
              <a:rPr lang="en-US" altLang="ko-KR" sz="2800" b="1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4) </a:t>
            </a:r>
            <a:r>
              <a:rPr lang="ko-KR" altLang="en-US" sz="2800" b="1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랜덤 맵 생성</a:t>
            </a:r>
            <a:endParaRPr lang="en-US" altLang="ko-KR" sz="2800" b="1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1158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F2A5EE-DC4F-72B2-B547-40B06CC6B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2C5F00E0-B731-A253-EDF0-FF109E53A1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57742658-C3AF-F8C7-4BC7-ADFB62FF3649}"/>
              </a:ext>
            </a:extLst>
          </p:cNvPr>
          <p:cNvCxnSpPr/>
          <p:nvPr/>
        </p:nvCxnSpPr>
        <p:spPr>
          <a:xfrm>
            <a:off x="0" y="951343"/>
            <a:ext cx="12192000" cy="0"/>
          </a:xfrm>
          <a:prstGeom prst="line">
            <a:avLst/>
          </a:prstGeom>
          <a:ln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FB0A906-A87B-68B6-251F-916E77B41D1C}"/>
              </a:ext>
            </a:extLst>
          </p:cNvPr>
          <p:cNvSpPr txBox="1"/>
          <p:nvPr/>
        </p:nvSpPr>
        <p:spPr>
          <a:xfrm>
            <a:off x="479040" y="243457"/>
            <a:ext cx="74493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1. </a:t>
            </a:r>
            <a:r>
              <a:rPr lang="ko-KR" altLang="en-US" sz="4000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프로젝트 개요 </a:t>
            </a:r>
            <a:r>
              <a:rPr lang="en-US" altLang="ko-KR" sz="28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– </a:t>
            </a:r>
            <a:r>
              <a:rPr lang="ko-KR" altLang="en-US" sz="2800" dirty="0" err="1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캡스톤디자인</a:t>
            </a:r>
            <a:r>
              <a:rPr lang="en-US" altLang="ko-KR" sz="28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II  </a:t>
            </a:r>
            <a:r>
              <a:rPr lang="ko-KR" altLang="en-US" sz="28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목표</a:t>
            </a:r>
            <a:endParaRPr lang="ko-KR" altLang="en-US" sz="40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CDC5F4-4FF1-13CD-3F58-C8ECCE20C2E3}"/>
              </a:ext>
            </a:extLst>
          </p:cNvPr>
          <p:cNvSpPr txBox="1"/>
          <p:nvPr/>
        </p:nvSpPr>
        <p:spPr>
          <a:xfrm>
            <a:off x="1098870" y="2073022"/>
            <a:ext cx="1045484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1. </a:t>
            </a: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프로젝트가 게임을 만드는 것이 아닌 기능 중심 개발로 이루어짐</a:t>
            </a:r>
            <a:endParaRPr lang="en-US" altLang="ko-KR" sz="24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r>
              <a:rPr lang="en-US" altLang="ko-KR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2. </a:t>
            </a: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게임 기획과 계획의 부족함</a:t>
            </a:r>
            <a:endParaRPr lang="en-US" altLang="ko-KR" sz="24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r>
              <a:rPr lang="en-US" altLang="ko-KR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3. </a:t>
            </a: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일관성 없는 </a:t>
            </a:r>
            <a:r>
              <a:rPr lang="ko-KR" altLang="en-US" sz="2400" dirty="0" err="1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인게임</a:t>
            </a: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캐릭터 모델 및 맵</a:t>
            </a:r>
            <a:endParaRPr lang="en-US" altLang="ko-KR" sz="24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endParaRPr lang="en-US" altLang="ko-KR" sz="24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endParaRPr lang="en-US" altLang="ko-KR" sz="28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D1C7EB-40D9-D399-B860-D77ABE2FFD63}"/>
              </a:ext>
            </a:extLst>
          </p:cNvPr>
          <p:cNvSpPr txBox="1"/>
          <p:nvPr/>
        </p:nvSpPr>
        <p:spPr>
          <a:xfrm>
            <a:off x="831925" y="1549802"/>
            <a:ext cx="61049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 err="1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캡스톤</a:t>
            </a:r>
            <a:r>
              <a:rPr lang="en-US" altLang="ko-KR" sz="2800" b="1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I </a:t>
            </a:r>
            <a:r>
              <a:rPr lang="ko-KR" altLang="en-US" sz="2800" b="1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문제점</a:t>
            </a:r>
            <a:endParaRPr lang="en-US" altLang="ko-KR" sz="2800" b="1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DBCF9D-2681-ACFD-06CA-3700E1B2CBC0}"/>
              </a:ext>
            </a:extLst>
          </p:cNvPr>
          <p:cNvSpPr txBox="1"/>
          <p:nvPr/>
        </p:nvSpPr>
        <p:spPr>
          <a:xfrm>
            <a:off x="831925" y="3643061"/>
            <a:ext cx="61049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 err="1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캡스톤</a:t>
            </a:r>
            <a:r>
              <a:rPr lang="en-US" altLang="ko-KR" sz="2800" b="1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II </a:t>
            </a:r>
            <a:r>
              <a:rPr lang="ko-KR" altLang="en-US" sz="2800" b="1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발전 목표</a:t>
            </a:r>
            <a:endParaRPr lang="en-US" altLang="ko-KR" sz="2800" b="1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CF25F16-6DEE-C822-2552-E2E8C6DECA89}"/>
              </a:ext>
            </a:extLst>
          </p:cNvPr>
          <p:cNvSpPr txBox="1"/>
          <p:nvPr/>
        </p:nvSpPr>
        <p:spPr>
          <a:xfrm>
            <a:off x="1098870" y="4194974"/>
            <a:ext cx="104548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1. </a:t>
            </a: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코어플레이 요소 기반 개발 후 메타플레이 요소 개발 진행</a:t>
            </a:r>
            <a:endParaRPr lang="en-US" altLang="ko-KR" sz="24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r>
              <a:rPr lang="en-US" altLang="ko-KR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2. </a:t>
            </a: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게임 기획 재정립 및 코어</a:t>
            </a:r>
            <a:r>
              <a:rPr lang="en-US" altLang="ko-KR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•</a:t>
            </a: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메타플레이 내용 기반 계획 수립</a:t>
            </a:r>
            <a:endParaRPr lang="en-US" altLang="ko-KR" sz="24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r>
              <a:rPr lang="en-US" altLang="ko-KR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3. </a:t>
            </a: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유니티 </a:t>
            </a:r>
            <a:r>
              <a:rPr lang="ko-KR" altLang="en-US" sz="2400" dirty="0" err="1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에셋스토어를</a:t>
            </a: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활용한 </a:t>
            </a:r>
            <a:r>
              <a:rPr lang="ko-KR" altLang="en-US" sz="2400" dirty="0" err="1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에셋</a:t>
            </a: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탐색</a:t>
            </a:r>
            <a:endParaRPr lang="en-US" altLang="ko-KR" sz="24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907517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5DF2A-A83B-7AE1-BB6B-A90B167E3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82752EA-4714-8610-B6A8-7C8749704D3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66B2F0FD-6BF4-BCFF-9F5A-67F1018E4D08}"/>
              </a:ext>
            </a:extLst>
          </p:cNvPr>
          <p:cNvCxnSpPr/>
          <p:nvPr/>
        </p:nvCxnSpPr>
        <p:spPr>
          <a:xfrm>
            <a:off x="0" y="951343"/>
            <a:ext cx="12192000" cy="0"/>
          </a:xfrm>
          <a:prstGeom prst="line">
            <a:avLst/>
          </a:prstGeom>
          <a:ln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A0CBB25-AB78-E18A-3E11-FABD635D8B58}"/>
              </a:ext>
            </a:extLst>
          </p:cNvPr>
          <p:cNvSpPr txBox="1"/>
          <p:nvPr/>
        </p:nvSpPr>
        <p:spPr>
          <a:xfrm>
            <a:off x="479040" y="243457"/>
            <a:ext cx="74493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2. </a:t>
            </a:r>
            <a:r>
              <a:rPr lang="ko-KR" altLang="en-US" sz="4000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프로젝트 개발 내용 </a:t>
            </a:r>
            <a:r>
              <a:rPr lang="en-US" altLang="ko-KR" sz="28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– </a:t>
            </a:r>
            <a:r>
              <a:rPr lang="ko-KR" altLang="en-US" sz="28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던전 탐험</a:t>
            </a:r>
            <a:endParaRPr lang="ko-KR" altLang="en-US" sz="40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D7837FF-E187-082D-F56C-1CDBCF2CF7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5638" y="4158449"/>
            <a:ext cx="3736150" cy="2299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D7CFCFE-A288-7CD4-F070-032EF8FED0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6627" y="4158449"/>
            <a:ext cx="3876234" cy="218990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7A4F838-639B-3BD8-0624-C13BA3CC9FA4}"/>
              </a:ext>
            </a:extLst>
          </p:cNvPr>
          <p:cNvSpPr txBox="1"/>
          <p:nvPr/>
        </p:nvSpPr>
        <p:spPr>
          <a:xfrm>
            <a:off x="1248680" y="2166446"/>
            <a:ext cx="10454845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플레이어가 던전에 입장했을 때</a:t>
            </a:r>
            <a:r>
              <a:rPr lang="en-US" altLang="ko-KR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, </a:t>
            </a: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광물과 몬스터를 생성하는 </a:t>
            </a:r>
            <a:r>
              <a:rPr lang="ko-KR" altLang="en-US" sz="2400" dirty="0" err="1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스포너를</a:t>
            </a: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정의</a:t>
            </a:r>
            <a:endParaRPr lang="en-US" altLang="ko-KR" sz="24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일정 조건마다 광물과 몬스터가 생성되고</a:t>
            </a:r>
            <a:r>
              <a:rPr lang="en-US" altLang="ko-KR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,</a:t>
            </a: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등급이 상승하도록 설정</a:t>
            </a:r>
            <a:endParaRPr lang="en-US" altLang="ko-KR" sz="24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타이머를 추가하여 일정 시간 동안만 탐험을 진행하도록 제한</a:t>
            </a:r>
            <a:endParaRPr lang="en-US" altLang="ko-KR" sz="24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보스 기능을 구현하여 실제 게임과 같은 탐험을 진행할 수 있도록 함</a:t>
            </a:r>
            <a:endParaRPr lang="en-US" altLang="ko-KR" sz="24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endParaRPr lang="en-US" altLang="ko-KR" sz="24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endParaRPr lang="en-US" altLang="ko-KR" sz="28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6EB67A8-65C7-62F6-7B20-B6D6A7BD203F}"/>
              </a:ext>
            </a:extLst>
          </p:cNvPr>
          <p:cNvSpPr txBox="1"/>
          <p:nvPr/>
        </p:nvSpPr>
        <p:spPr>
          <a:xfrm>
            <a:off x="831925" y="1549802"/>
            <a:ext cx="61049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던전 탐험 </a:t>
            </a:r>
            <a:r>
              <a:rPr lang="en-US" altLang="ko-KR" sz="2800" b="1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(</a:t>
            </a:r>
            <a:r>
              <a:rPr lang="ko-KR" altLang="en-US" sz="2800" b="1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코어</a:t>
            </a:r>
            <a:r>
              <a:rPr lang="en-US" altLang="ko-KR" sz="2800" b="1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00047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2761E-F7FC-56EA-C1F1-F0E19D67E0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08A47DE-AD10-98AC-4B33-EF43F0D30BB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8F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94D54E5-CF24-6808-E8DC-C593676DF4BD}"/>
              </a:ext>
            </a:extLst>
          </p:cNvPr>
          <p:cNvCxnSpPr/>
          <p:nvPr/>
        </p:nvCxnSpPr>
        <p:spPr>
          <a:xfrm>
            <a:off x="0" y="951343"/>
            <a:ext cx="12192000" cy="0"/>
          </a:xfrm>
          <a:prstGeom prst="line">
            <a:avLst/>
          </a:prstGeom>
          <a:ln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04C483F4-F563-5704-38A1-3C35136E44C7}"/>
              </a:ext>
            </a:extLst>
          </p:cNvPr>
          <p:cNvSpPr txBox="1"/>
          <p:nvPr/>
        </p:nvSpPr>
        <p:spPr>
          <a:xfrm>
            <a:off x="479040" y="243457"/>
            <a:ext cx="74493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2. </a:t>
            </a:r>
            <a:r>
              <a:rPr lang="ko-KR" altLang="en-US" sz="4000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프로젝트 개발 내용 </a:t>
            </a:r>
            <a:r>
              <a:rPr lang="en-US" altLang="ko-KR" sz="28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– </a:t>
            </a:r>
            <a:r>
              <a:rPr lang="ko-KR" altLang="en-US" sz="28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게임 시스템</a:t>
            </a:r>
            <a:endParaRPr lang="ko-KR" altLang="en-US" sz="40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E038173-F52A-F527-B49E-328B7E694A41}"/>
              </a:ext>
            </a:extLst>
          </p:cNvPr>
          <p:cNvSpPr txBox="1"/>
          <p:nvPr/>
        </p:nvSpPr>
        <p:spPr>
          <a:xfrm>
            <a:off x="1151860" y="2167116"/>
            <a:ext cx="10454845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대장간</a:t>
            </a:r>
            <a:r>
              <a:rPr lang="en-US" altLang="ko-KR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, </a:t>
            </a: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신전 등과 같은 마을 시스템</a:t>
            </a:r>
            <a:r>
              <a:rPr lang="en-US" altLang="ko-KR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(</a:t>
            </a: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메타플레이 요소</a:t>
            </a:r>
            <a:r>
              <a:rPr lang="en-US" altLang="ko-KR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재화 시스템 </a:t>
            </a:r>
            <a:r>
              <a:rPr lang="en-US" altLang="ko-KR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(</a:t>
            </a: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코어플레이 요소</a:t>
            </a:r>
            <a:r>
              <a:rPr lang="en-US" altLang="ko-KR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타이머</a:t>
            </a:r>
            <a:r>
              <a:rPr lang="en-US" altLang="ko-KR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, </a:t>
            </a: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플레이어 재화 등을 관리할 게임매니저</a:t>
            </a:r>
            <a:endParaRPr lang="en-US" altLang="ko-KR" sz="24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멀티플레이 시 세션에 대한 전반적인 내용을 관리할 </a:t>
            </a:r>
            <a:r>
              <a:rPr lang="ko-KR" altLang="en-US" sz="2400" dirty="0" err="1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게임세션매니저</a:t>
            </a:r>
            <a:endParaRPr lang="en-US" altLang="ko-KR" sz="24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endParaRPr lang="en-US" altLang="ko-KR" sz="24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endParaRPr lang="en-US" altLang="ko-KR" sz="28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069B73-9073-706E-FE01-FF4AD37E38C8}"/>
              </a:ext>
            </a:extLst>
          </p:cNvPr>
          <p:cNvSpPr txBox="1"/>
          <p:nvPr/>
        </p:nvSpPr>
        <p:spPr>
          <a:xfrm>
            <a:off x="831925" y="1549802"/>
            <a:ext cx="61049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게임 시스템 </a:t>
            </a:r>
            <a:r>
              <a:rPr lang="en-US" altLang="ko-KR" sz="2800" b="1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(</a:t>
            </a:r>
            <a:r>
              <a:rPr lang="ko-KR" altLang="en-US" sz="2800" b="1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코어 </a:t>
            </a:r>
            <a:r>
              <a:rPr lang="en-US" altLang="ko-KR" sz="28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• </a:t>
            </a:r>
            <a:r>
              <a:rPr lang="ko-KR" altLang="en-US" sz="28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메타</a:t>
            </a:r>
            <a:r>
              <a:rPr lang="en-US" altLang="ko-KR" sz="2800" b="1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708829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4EF1BC-E045-C95D-4E36-C45DB5AD9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EE28283-898F-05E9-6273-77688A997955}"/>
              </a:ext>
            </a:extLst>
          </p:cNvPr>
          <p:cNvCxnSpPr/>
          <p:nvPr/>
        </p:nvCxnSpPr>
        <p:spPr>
          <a:xfrm>
            <a:off x="0" y="951343"/>
            <a:ext cx="12192000" cy="0"/>
          </a:xfrm>
          <a:prstGeom prst="line">
            <a:avLst/>
          </a:prstGeom>
          <a:ln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78144A0-9C7C-EBDE-D273-9D62AB1EA2D2}"/>
              </a:ext>
            </a:extLst>
          </p:cNvPr>
          <p:cNvSpPr txBox="1"/>
          <p:nvPr/>
        </p:nvSpPr>
        <p:spPr>
          <a:xfrm>
            <a:off x="479039" y="243457"/>
            <a:ext cx="107734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2. </a:t>
            </a:r>
            <a:r>
              <a:rPr lang="ko-KR" altLang="en-US" sz="4000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프로젝트 개발 내용 </a:t>
            </a:r>
            <a:r>
              <a:rPr lang="en-US" altLang="ko-KR" sz="28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– </a:t>
            </a:r>
            <a:r>
              <a:rPr lang="ko-KR" altLang="en-US" sz="28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싱글 및 멀티플레이 개발</a:t>
            </a:r>
            <a:endParaRPr lang="ko-KR" altLang="en-US" sz="40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70BC3A-0EAC-E16A-A21A-FCCC2A9CEB31}"/>
              </a:ext>
            </a:extLst>
          </p:cNvPr>
          <p:cNvSpPr txBox="1"/>
          <p:nvPr/>
        </p:nvSpPr>
        <p:spPr>
          <a:xfrm>
            <a:off x="1151860" y="2167116"/>
            <a:ext cx="1071382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앞서 작성한 내용을 토대로 </a:t>
            </a:r>
            <a:r>
              <a:rPr lang="ko-KR" altLang="en-US" sz="2400" dirty="0" err="1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싱글플레이가</a:t>
            </a: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가능한 빌드를 하나 만듦</a:t>
            </a:r>
            <a:endParaRPr lang="en-US" altLang="ko-KR" sz="24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어느정도 플레이 가능한 빌드가 만들어지면 이후 멀티플레이가 가능하도록 개선</a:t>
            </a:r>
            <a:endParaRPr lang="en-US" altLang="ko-KR" sz="24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멀티플레이 중 네트워크 리소스를 절약하기 위해 서버</a:t>
            </a:r>
            <a:r>
              <a:rPr lang="en-US" altLang="ko-KR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-</a:t>
            </a: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클라이언트 간 처리를 명확하게 설정</a:t>
            </a:r>
            <a:endParaRPr lang="en-US" altLang="ko-KR" sz="24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endParaRPr lang="en-US" altLang="ko-KR" sz="28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3B72EC-284F-1CE2-A3FE-FA6E9BB74389}"/>
              </a:ext>
            </a:extLst>
          </p:cNvPr>
          <p:cNvSpPr txBox="1"/>
          <p:nvPr/>
        </p:nvSpPr>
        <p:spPr>
          <a:xfrm>
            <a:off x="831925" y="1549802"/>
            <a:ext cx="61049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싱글 및 멀티플레이 개발</a:t>
            </a:r>
            <a:endParaRPr lang="en-US" altLang="ko-KR" sz="2800" b="1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6563116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30F17E-4153-49AE-7188-3F9506AFF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E955B131-B57A-15D2-D2C7-7378CAD0B3ED}"/>
              </a:ext>
            </a:extLst>
          </p:cNvPr>
          <p:cNvCxnSpPr/>
          <p:nvPr/>
        </p:nvCxnSpPr>
        <p:spPr>
          <a:xfrm>
            <a:off x="0" y="951343"/>
            <a:ext cx="12192000" cy="0"/>
          </a:xfrm>
          <a:prstGeom prst="line">
            <a:avLst/>
          </a:prstGeom>
          <a:ln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0DD0F1CF-65FC-0B2F-EC05-F02A7393539F}"/>
              </a:ext>
            </a:extLst>
          </p:cNvPr>
          <p:cNvSpPr txBox="1"/>
          <p:nvPr/>
        </p:nvSpPr>
        <p:spPr>
          <a:xfrm>
            <a:off x="479039" y="243457"/>
            <a:ext cx="107734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3. </a:t>
            </a:r>
            <a:r>
              <a:rPr lang="ko-KR" altLang="en-US" sz="4000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프로젝트 개발 계획 </a:t>
            </a:r>
            <a:r>
              <a:rPr lang="en-US" altLang="ko-KR" sz="28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– </a:t>
            </a:r>
            <a:r>
              <a:rPr lang="ko-KR" altLang="en-US" sz="28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싱글 및 멀티플레이 개발</a:t>
            </a:r>
            <a:endParaRPr lang="ko-KR" altLang="en-US" sz="40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2593958-79D0-E4F5-D95D-CD6CDB2E5018}"/>
              </a:ext>
            </a:extLst>
          </p:cNvPr>
          <p:cNvSpPr txBox="1"/>
          <p:nvPr/>
        </p:nvSpPr>
        <p:spPr>
          <a:xfrm>
            <a:off x="1151860" y="2167116"/>
            <a:ext cx="1071382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앞서 작성한 내용을 토대로 </a:t>
            </a:r>
            <a:r>
              <a:rPr lang="ko-KR" altLang="en-US" sz="2400" dirty="0" err="1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싱글플레이가</a:t>
            </a: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 가능한 빌드를 하나 만듦</a:t>
            </a:r>
            <a:endParaRPr lang="en-US" altLang="ko-KR" sz="24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어느정도 플레이 가능한 빌드가 만들어지면 이후 멀티플레이가 가능하도록 개선</a:t>
            </a:r>
            <a:endParaRPr lang="en-US" altLang="ko-KR" sz="24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멀티플레이 중 네트워크 리소스를 절약하기 위해 서버</a:t>
            </a:r>
            <a:r>
              <a:rPr lang="en-US" altLang="ko-KR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-</a:t>
            </a: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클라이언트 간 처리를 명확하게 설정</a:t>
            </a:r>
            <a:endParaRPr lang="en-US" altLang="ko-KR" sz="24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endParaRPr lang="en-US" altLang="ko-KR" sz="28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FBFCEC-93CE-B00B-ACBA-5C7FFA087B58}"/>
              </a:ext>
            </a:extLst>
          </p:cNvPr>
          <p:cNvSpPr txBox="1"/>
          <p:nvPr/>
        </p:nvSpPr>
        <p:spPr>
          <a:xfrm>
            <a:off x="831925" y="1549802"/>
            <a:ext cx="610496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싱글 및 멀티플레이 개발</a:t>
            </a:r>
            <a:endParaRPr lang="en-US" altLang="ko-KR" sz="2800" b="1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0842671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97932-FF33-F443-11C5-61E1A6FAD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0F285D7B-AE06-5F0A-09C3-3B65A2A1FD75}"/>
              </a:ext>
            </a:extLst>
          </p:cNvPr>
          <p:cNvCxnSpPr/>
          <p:nvPr/>
        </p:nvCxnSpPr>
        <p:spPr>
          <a:xfrm>
            <a:off x="0" y="951343"/>
            <a:ext cx="12192000" cy="0"/>
          </a:xfrm>
          <a:prstGeom prst="line">
            <a:avLst/>
          </a:prstGeom>
          <a:ln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2A1EF091-0E49-FD86-4936-D9D12EB064B1}"/>
              </a:ext>
            </a:extLst>
          </p:cNvPr>
          <p:cNvSpPr txBox="1"/>
          <p:nvPr/>
        </p:nvSpPr>
        <p:spPr>
          <a:xfrm>
            <a:off x="479039" y="243457"/>
            <a:ext cx="107734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2. </a:t>
            </a:r>
            <a:r>
              <a:rPr lang="ko-KR" altLang="en-US" sz="4000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프로젝트 개발 내용 </a:t>
            </a:r>
            <a:r>
              <a:rPr lang="en-US" altLang="ko-KR" sz="28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– </a:t>
            </a:r>
            <a:r>
              <a:rPr lang="ko-KR" altLang="en-US" sz="28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개발 계획 및 추진 전략</a:t>
            </a:r>
            <a:endParaRPr lang="ko-KR" altLang="en-US" sz="40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D3E38F2-72E8-A71A-D81D-1601ACC465E5}"/>
              </a:ext>
            </a:extLst>
          </p:cNvPr>
          <p:cNvSpPr txBox="1"/>
          <p:nvPr/>
        </p:nvSpPr>
        <p:spPr>
          <a:xfrm>
            <a:off x="831925" y="1549802"/>
            <a:ext cx="97428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게임 기획서 재작성</a:t>
            </a:r>
            <a:endParaRPr lang="en-US" altLang="ko-KR" sz="2800" b="1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94E4C5A-37B9-2C17-8225-3AFB884518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799" y="3194700"/>
            <a:ext cx="4308644" cy="244225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FF9A4C44-38F3-D1B4-BC7E-54487099F5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3756" y="3609951"/>
            <a:ext cx="4311385" cy="24408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181EAC4-6515-683E-C01D-7756E06FFF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8114" y="4025202"/>
            <a:ext cx="4320216" cy="24408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14FCACA-2405-8062-B385-D298DC0BC241}"/>
              </a:ext>
            </a:extLst>
          </p:cNvPr>
          <p:cNvSpPr txBox="1"/>
          <p:nvPr/>
        </p:nvSpPr>
        <p:spPr>
          <a:xfrm>
            <a:off x="1065799" y="2073022"/>
            <a:ext cx="1071382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게임 기획서를 다시 작성하며 만들 게임이 어떤 게임인지 재정립</a:t>
            </a:r>
            <a:endParaRPr lang="en-US" altLang="ko-KR" sz="20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게임의 코어플레이 요소를 중심으로 어떻게 개발해야 할지 다시금 인지</a:t>
            </a:r>
            <a:endParaRPr lang="en-US" altLang="ko-KR" sz="20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413799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F34B83-5F7A-E4AC-A78E-F33F01650B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835E9F8-4CEA-D18B-07B6-6815034DA01B}"/>
              </a:ext>
            </a:extLst>
          </p:cNvPr>
          <p:cNvCxnSpPr/>
          <p:nvPr/>
        </p:nvCxnSpPr>
        <p:spPr>
          <a:xfrm>
            <a:off x="0" y="951343"/>
            <a:ext cx="12192000" cy="0"/>
          </a:xfrm>
          <a:prstGeom prst="line">
            <a:avLst/>
          </a:prstGeom>
          <a:ln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FDE36EA7-F0EF-B26F-FBB8-D2802F00B98E}"/>
              </a:ext>
            </a:extLst>
          </p:cNvPr>
          <p:cNvSpPr txBox="1"/>
          <p:nvPr/>
        </p:nvSpPr>
        <p:spPr>
          <a:xfrm>
            <a:off x="479039" y="243457"/>
            <a:ext cx="107734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2. </a:t>
            </a:r>
            <a:r>
              <a:rPr lang="ko-KR" altLang="en-US" sz="4000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프로젝트 개발 내용 </a:t>
            </a:r>
            <a:r>
              <a:rPr lang="en-US" altLang="ko-KR" sz="28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– </a:t>
            </a:r>
            <a:r>
              <a:rPr lang="ko-KR" altLang="en-US" sz="28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개발 계획 및 추진 전략</a:t>
            </a:r>
            <a:endParaRPr lang="ko-KR" altLang="en-US" sz="40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FE8E164-29AF-8329-7226-4427542289E9}"/>
              </a:ext>
            </a:extLst>
          </p:cNvPr>
          <p:cNvSpPr txBox="1"/>
          <p:nvPr/>
        </p:nvSpPr>
        <p:spPr>
          <a:xfrm>
            <a:off x="831925" y="1549802"/>
            <a:ext cx="97428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2800" b="1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스프레드시트를 이용한 프로젝트 관리</a:t>
            </a:r>
            <a:endParaRPr lang="en-US" altLang="ko-KR" sz="2800" b="1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F48F8E-7FC1-F1C9-C0D9-A6288CED8E92}"/>
              </a:ext>
            </a:extLst>
          </p:cNvPr>
          <p:cNvSpPr txBox="1"/>
          <p:nvPr/>
        </p:nvSpPr>
        <p:spPr>
          <a:xfrm>
            <a:off x="1065799" y="2073022"/>
            <a:ext cx="107138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게임플레이에 대한 타임라인 작성</a:t>
            </a:r>
            <a:endParaRPr lang="en-US" altLang="ko-KR" sz="20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개발 목표를 달성하기 위해 필요 기능을 정리해 프로젝트 구체화</a:t>
            </a:r>
            <a:endParaRPr lang="en-US" altLang="ko-KR" sz="20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20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개발 세부 요소에 대한 프로젝트 타임라인 관리</a:t>
            </a:r>
            <a:endParaRPr lang="en-US" altLang="ko-KR" sz="20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US" altLang="ko-KR" sz="20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F329556-572E-8349-283A-DF357F829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353" y="3104267"/>
            <a:ext cx="4973539" cy="341984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16C212E-4E4D-E25B-BE72-98A06C4A69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8445" y="3346942"/>
            <a:ext cx="4997143" cy="3420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6400609-B36A-73EB-BA37-00CF4EF3E1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3028" y="3104267"/>
            <a:ext cx="7806596" cy="345707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531532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23CF1-4DCD-ED54-DE39-E8D26F993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E6BC1E3-CE71-C866-9F0F-5D9DE7618DF8}"/>
              </a:ext>
            </a:extLst>
          </p:cNvPr>
          <p:cNvCxnSpPr/>
          <p:nvPr/>
        </p:nvCxnSpPr>
        <p:spPr>
          <a:xfrm>
            <a:off x="0" y="951343"/>
            <a:ext cx="12192000" cy="0"/>
          </a:xfrm>
          <a:prstGeom prst="line">
            <a:avLst/>
          </a:prstGeom>
          <a:ln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B87F5BA4-7E83-C4C6-B9C6-F5BE8539C60C}"/>
              </a:ext>
            </a:extLst>
          </p:cNvPr>
          <p:cNvSpPr txBox="1"/>
          <p:nvPr/>
        </p:nvSpPr>
        <p:spPr>
          <a:xfrm>
            <a:off x="479039" y="243457"/>
            <a:ext cx="107734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2. </a:t>
            </a:r>
            <a:r>
              <a:rPr lang="ko-KR" altLang="en-US" sz="4000" dirty="0">
                <a:latin typeface="나눔스퀘어 네오 ExtraBold" panose="00000900000000000000" pitchFamily="2" charset="-127"/>
                <a:ea typeface="나눔스퀘어 네오 ExtraBold" panose="00000900000000000000" pitchFamily="2" charset="-127"/>
              </a:rPr>
              <a:t>프로젝트 개발 내용 </a:t>
            </a:r>
            <a:r>
              <a:rPr lang="en-US" altLang="ko-KR" sz="28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– </a:t>
            </a:r>
            <a:r>
              <a:rPr lang="ko-KR" altLang="en-US" sz="28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팀원 별 역할</a:t>
            </a:r>
            <a:endParaRPr lang="ko-KR" altLang="en-US" sz="40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pic>
        <p:nvPicPr>
          <p:cNvPr id="5" name="그래픽 4" descr="사용자 단색으로 채워진">
            <a:extLst>
              <a:ext uri="{FF2B5EF4-FFF2-40B4-BE49-F238E27FC236}">
                <a16:creationId xmlns:a16="http://schemas.microsoft.com/office/drawing/2014/main" id="{2B1136F9-661A-EF38-8050-7ABE5D7502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12546" y="2340874"/>
            <a:ext cx="1633370" cy="1633370"/>
          </a:xfrm>
          <a:prstGeom prst="rect">
            <a:avLst/>
          </a:prstGeom>
        </p:spPr>
      </p:pic>
      <p:pic>
        <p:nvPicPr>
          <p:cNvPr id="6" name="그래픽 5" descr="사용자 단색으로 채워진">
            <a:extLst>
              <a:ext uri="{FF2B5EF4-FFF2-40B4-BE49-F238E27FC236}">
                <a16:creationId xmlns:a16="http://schemas.microsoft.com/office/drawing/2014/main" id="{B58E96C8-9A1F-4F23-3707-BD8D193EB8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13242" y="2347857"/>
            <a:ext cx="1633370" cy="163337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EC4726B-648C-7C1B-F8E1-66E608F619FE}"/>
              </a:ext>
            </a:extLst>
          </p:cNvPr>
          <p:cNvSpPr txBox="1"/>
          <p:nvPr/>
        </p:nvSpPr>
        <p:spPr>
          <a:xfrm>
            <a:off x="3306632" y="3813777"/>
            <a:ext cx="12451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800" b="1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구한빈</a:t>
            </a:r>
            <a:endParaRPr lang="en-US" altLang="ko-KR" sz="2800" b="1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3407CA3-6F14-EF54-431A-53C9DAC423DB}"/>
              </a:ext>
            </a:extLst>
          </p:cNvPr>
          <p:cNvSpPr txBox="1"/>
          <p:nvPr/>
        </p:nvSpPr>
        <p:spPr>
          <a:xfrm>
            <a:off x="7107328" y="3820760"/>
            <a:ext cx="124519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2800" b="1" dirty="0" err="1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이윤재</a:t>
            </a:r>
            <a:endParaRPr lang="en-US" altLang="ko-KR" sz="2800" b="1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8772339-3F03-9494-B1AE-F5C0231DE7CB}"/>
              </a:ext>
            </a:extLst>
          </p:cNvPr>
          <p:cNvSpPr txBox="1"/>
          <p:nvPr/>
        </p:nvSpPr>
        <p:spPr>
          <a:xfrm>
            <a:off x="2530807" y="4336997"/>
            <a:ext cx="54605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플레이어 기능</a:t>
            </a:r>
            <a:endParaRPr lang="en-US" altLang="ko-KR" sz="24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던전 코어플레이 기능</a:t>
            </a:r>
            <a:endParaRPr lang="en-US" altLang="ko-KR" sz="24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멀티플레이 기능</a:t>
            </a:r>
            <a:endParaRPr lang="en-US" altLang="ko-KR" sz="24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altLang="ko-KR" sz="24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D87525A-D4F0-CCAC-2117-E53045EDC97E}"/>
              </a:ext>
            </a:extLst>
          </p:cNvPr>
          <p:cNvSpPr txBox="1"/>
          <p:nvPr/>
        </p:nvSpPr>
        <p:spPr>
          <a:xfrm>
            <a:off x="6386150" y="4343980"/>
            <a:ext cx="546050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보스 룸 및 </a:t>
            </a:r>
            <a:r>
              <a:rPr lang="en-US" altLang="ko-KR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AI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ko-KR" altLang="en-US" sz="2400" dirty="0">
                <a:latin typeface="나눔스퀘어 네오 Regular" panose="00000500000000000000" pitchFamily="2" charset="-127"/>
                <a:ea typeface="나눔스퀘어 네오 Regular" panose="00000500000000000000" pitchFamily="2" charset="-127"/>
              </a:rPr>
              <a:t>마을 시스템</a:t>
            </a:r>
            <a:endParaRPr lang="en-US" altLang="ko-KR" sz="24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altLang="ko-KR" sz="2400" dirty="0">
              <a:latin typeface="나눔스퀘어 네오 Regular" panose="00000500000000000000" pitchFamily="2" charset="-127"/>
              <a:ea typeface="나눔스퀘어 네오 Regular" panose="000005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1391422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1954</TotalTime>
  <Words>479</Words>
  <Application>Microsoft Office PowerPoint</Application>
  <PresentationFormat>와이드스크린</PresentationFormat>
  <Paragraphs>90</Paragraphs>
  <Slides>11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7" baseType="lpstr">
      <vt:lpstr>Arial</vt:lpstr>
      <vt:lpstr>맑은 고딕</vt:lpstr>
      <vt:lpstr>나눔스퀘어 네오 ExtraBold</vt:lpstr>
      <vt:lpstr>나눔스퀘어 네오 Regular</vt:lpstr>
      <vt:lpstr>Wingdings</vt:lpstr>
      <vt:lpstr>Office 테마</vt:lpstr>
      <vt:lpstr>유니티를 이용한 로그라이크  멀티플레이 게임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구한빈</dc:creator>
  <cp:lastModifiedBy>Hanbin Koo</cp:lastModifiedBy>
  <cp:revision>43</cp:revision>
  <dcterms:created xsi:type="dcterms:W3CDTF">2025-03-09T21:55:20Z</dcterms:created>
  <dcterms:modified xsi:type="dcterms:W3CDTF">2025-07-08T18:12:31Z</dcterms:modified>
</cp:coreProperties>
</file>