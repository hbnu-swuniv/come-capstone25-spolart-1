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3" r:id="rId5"/>
    <p:sldId id="262" r:id="rId6"/>
    <p:sldId id="258" r:id="rId7"/>
    <p:sldId id="259" r:id="rId8"/>
    <p:sldId id="265" r:id="rId9"/>
    <p:sldId id="260" r:id="rId10"/>
    <p:sldId id="264" r:id="rId11"/>
  </p:sldIdLst>
  <p:sldSz cx="12192000" cy="6858000"/>
  <p:notesSz cx="6858000" cy="9144000"/>
  <p:embeddedFontLst>
    <p:embeddedFont>
      <p:font typeface="나눔스퀘어" panose="020B0600000101010101" pitchFamily="50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F3"/>
    <a:srgbClr val="F8F8F6"/>
    <a:srgbClr val="1A1A1A"/>
    <a:srgbClr val="FAFAF8"/>
    <a:srgbClr val="FF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000" autoAdjust="0"/>
  </p:normalViewPr>
  <p:slideViewPr>
    <p:cSldViewPr snapToGrid="0">
      <p:cViewPr>
        <p:scale>
          <a:sx n="75" d="100"/>
          <a:sy n="75" d="100"/>
        </p:scale>
        <p:origin x="195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779E-5680-4C8B-A11C-873BAA4F8BA4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0120-4224-40CD-B551-14C9BCDE7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21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연도별 늘어난 </a:t>
            </a:r>
            <a:r>
              <a:rPr lang="ko-KR" altLang="en-US" dirty="0" err="1"/>
              <a:t>인디</a:t>
            </a:r>
            <a:r>
              <a:rPr lang="ko-KR" altLang="en-US" dirty="0"/>
              <a:t> 태그가 달린 게임 개수</a:t>
            </a:r>
            <a:r>
              <a:rPr lang="en-US" altLang="ko-KR" dirty="0"/>
              <a:t>, </a:t>
            </a:r>
            <a:r>
              <a:rPr lang="ko-KR" altLang="en-US" dirty="0"/>
              <a:t>스팀 </a:t>
            </a:r>
            <a:r>
              <a:rPr lang="ko-KR" altLang="en-US" dirty="0" err="1"/>
              <a:t>인디게임</a:t>
            </a:r>
            <a:r>
              <a:rPr lang="ko-KR" altLang="en-US" dirty="0"/>
              <a:t> 지원 및 상용 게임 엔진 무료화 등 요인</a:t>
            </a:r>
            <a:endParaRPr lang="en-US" altLang="ko-KR" dirty="0"/>
          </a:p>
          <a:p>
            <a:r>
              <a:rPr lang="ko-KR" altLang="en-US" dirty="0"/>
              <a:t>코로나 영향으로 협동 게임 수요 증가</a:t>
            </a:r>
            <a:endParaRPr lang="en-US" altLang="ko-KR" dirty="0"/>
          </a:p>
          <a:p>
            <a:r>
              <a:rPr lang="ko-KR" altLang="en-US" dirty="0"/>
              <a:t>특히 유니티의 새로운 버전이 업데이트 되면서 멀티플레이 기능 관련 향상된 라이브러리 제공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568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멀티플레이 네트워크에 대해 크게 신경을 쓰지 않고 멀티플레이 게임 개발 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81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HOST-CLIENT </a:t>
            </a:r>
            <a:r>
              <a:rPr lang="ko-KR" altLang="en-US" dirty="0"/>
              <a:t>구조의 네트워크 구축</a:t>
            </a:r>
            <a:endParaRPr lang="en-US" altLang="ko-KR" dirty="0"/>
          </a:p>
          <a:p>
            <a:r>
              <a:rPr lang="ko-KR" altLang="en-US" dirty="0"/>
              <a:t>멀티플레이를 고려한 밸런스 설계와 캐릭터 개발</a:t>
            </a:r>
            <a:endParaRPr lang="en-US" altLang="ko-KR" dirty="0"/>
          </a:p>
          <a:p>
            <a:r>
              <a:rPr lang="ko-KR" altLang="en-US" dirty="0"/>
              <a:t>다양한 경험을 위한 랜덤 맵 생성 알고리즘 구현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01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멀티플레이 게임 개발 목표</a:t>
            </a:r>
            <a:r>
              <a:rPr lang="en-US" altLang="ko-KR" dirty="0"/>
              <a:t>. </a:t>
            </a:r>
            <a:r>
              <a:rPr lang="ko-KR" altLang="en-US" dirty="0"/>
              <a:t>멀티플레이 환경에서 동기화 문제를 해결하여 원활한 플레이가 가능하도록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6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격주 단위 스프린트</a:t>
            </a:r>
            <a:endParaRPr lang="en-US" altLang="ko-KR" dirty="0"/>
          </a:p>
          <a:p>
            <a:r>
              <a:rPr lang="ko-KR" altLang="en-US" dirty="0"/>
              <a:t>프로젝트 관리</a:t>
            </a:r>
            <a:endParaRPr lang="en-US" altLang="ko-KR" dirty="0"/>
          </a:p>
          <a:p>
            <a:r>
              <a:rPr lang="ko-KR" altLang="en-US" dirty="0" err="1"/>
              <a:t>노션</a:t>
            </a:r>
            <a:r>
              <a:rPr lang="ko-KR" altLang="en-US" dirty="0"/>
              <a:t> 개발 사항 공유 및 파악</a:t>
            </a:r>
            <a:endParaRPr lang="en-US" altLang="ko-KR" dirty="0"/>
          </a:p>
          <a:p>
            <a:r>
              <a:rPr lang="ko-KR" altLang="en-US" dirty="0" err="1"/>
              <a:t>디스코드</a:t>
            </a:r>
            <a:r>
              <a:rPr lang="ko-KR" altLang="en-US" dirty="0"/>
              <a:t> 원격 회의 및 자료 공유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64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캐릭터</a:t>
            </a:r>
            <a:r>
              <a:rPr lang="en-US" altLang="ko-KR" dirty="0"/>
              <a:t>, UI </a:t>
            </a:r>
            <a:r>
              <a:rPr lang="ko-KR" altLang="en-US" dirty="0"/>
              <a:t>디자인 등 요소는 나중에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797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900DB-B6BE-34AC-892B-E741528C6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78F472-A948-CBD9-9405-34434F73F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6F1A5-F465-E3AE-09F5-4602104E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A5323-A09C-44D3-9C64-4E501C5D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E048B-B7EA-005D-C8C0-6CF155C4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1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E74C5-9B74-DDC1-B5DD-BE8C7E86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084FF-2EFD-C80E-51DE-471ED1D38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47F39B-7C8B-C042-C5D0-BB8C04D6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C73BD0-C048-93B2-F093-41A7AEDC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C771-CF83-B3E1-9F3F-2AB1529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9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87F3A-39E7-1FBD-0022-8E5B184A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4B8B2-C10E-72C2-03B7-BDC98A5BA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4F3E6-E4CB-AB99-5051-737C3A77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9F47B-8756-0103-D825-AE25EC9A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1E17A-ADFC-962E-97EA-9D016497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68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4FEA8-AA10-9D9F-22B1-CF144736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955D6-7F2A-9463-7110-35A67DF8A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3CFCFF-BDEC-C7F1-BD76-A4E496738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6260F0-CCA5-8D89-ED4D-C1EF55E9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440D4F-0624-2066-C982-02A679BE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64318-150A-0CC3-CB8E-0930C8F0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08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D587B-8977-33EC-605A-5E4ACFF4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0B220F-B66C-7591-7347-35BCC3242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F51652-757A-A66B-239F-058382C3D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41D7E1-B433-407A-B610-16199918B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D764D5-D3AC-04B1-1F45-A395E4367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50BAB4-680C-37BD-E37A-785390F3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E7AB75-5FA5-5B89-E3D5-CC753D65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D903A5-9229-0570-5CE4-AEECE14E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6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8AC7F-CDEB-364D-13F8-88C59BB2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30D823-18AB-EDFF-0232-98E8CA66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54B762-12C6-08DD-3659-758DA60E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ECA67F-D27B-1A02-D56E-2B3F4D55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1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639B59-88E3-024F-9E8A-187F82E6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3B1629-13AE-522B-D92B-A31B16A4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F36E4-FB6B-792A-6678-2F5125BA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41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98286-B735-B683-06FD-FF1508145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FA578-F026-D6DD-0B88-6822DE593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213CB-A5B1-0832-9167-03ED46890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77931-DD0E-82B6-368D-269296A1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1A507-DEA8-65FF-0869-5B1DD1B25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44474-8B17-A2A9-F8B8-F0386A8B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09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27DA-865E-180E-5B03-BA5AA376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A1FBB-EA24-0BA3-60CD-DB1530D2F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C32B46-9986-F4CF-CC8A-4C7CB47D3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9301D-07B1-EA3A-4EC6-3E5AD3D4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6E8E8-B48E-7755-F5F4-76DC7BE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ACBC0-CE2D-D929-EF5F-C827CFED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3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F276B-9206-B909-7883-7DC94B15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0DC0B-0965-027C-48E4-4C3AA6B0C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86109-59AA-4B24-C478-BE2E5E47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B0E90C-C09D-4BF3-8AFA-02E9D07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0C8B0-2AF8-2806-46A6-002D06E7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56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A1B5D9-8A7C-3F2E-B87B-9B1F56096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62B4F5-2A9A-CB46-768A-3A265C3E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613A2-BE07-B68B-368E-3CEAD617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EFFAF-090A-6FE9-82A9-C06DB2EF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7D2A3-DC3A-0DCC-BB53-CC738F5B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4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EE18DE-4DC5-DC5E-1292-4E2A3AEE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3986D7-24FA-3E37-A27D-10740ACC2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3165C-6B64-6BBA-2E22-A6F4209EC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E38DF-2427-4F9F-9416-EC6C1BE9734D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CFADF-B89F-A828-3DE9-D227B4444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73FD6-D96D-AA26-D776-5EBD8D384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41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CD036AE-DA48-F48B-402A-589AB01B45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2D389B-AB9F-7E85-0CEB-7D765777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381" y="2468851"/>
            <a:ext cx="9430328" cy="1470746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유니티를 이용한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로그라이크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게임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8E1A1C-9C62-157F-56E1-949E7974D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81" y="3939597"/>
            <a:ext cx="9144000" cy="2456296"/>
          </a:xfrm>
        </p:spPr>
        <p:txBody>
          <a:bodyPr/>
          <a:lstStyle/>
          <a:p>
            <a:pPr algn="l"/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지도교수 </a:t>
            </a:r>
            <a:r>
              <a:rPr lang="ko-KR" altLang="en-US" sz="2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박천음</a:t>
            </a: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20201758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구한빈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20201781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이윤재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20211877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성송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6CB279-27B3-E076-760B-89A8B637CD58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7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4BE8B8-BF5C-754B-7CEE-4FD80D344E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2330D26-9FB7-7895-9DDA-E242528A455A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F621C9-0909-10DC-BCFD-4AAE872A4E8C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5F18E-C837-BB7C-2CB6-F9EBDB8CA077}"/>
              </a:ext>
            </a:extLst>
          </p:cNvPr>
          <p:cNvSpPr txBox="1"/>
          <p:nvPr/>
        </p:nvSpPr>
        <p:spPr>
          <a:xfrm>
            <a:off x="3917372" y="1502688"/>
            <a:ext cx="43572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배경 및 목적</a:t>
            </a: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내용 및 방법</a:t>
            </a: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추진 전략</a:t>
            </a: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역할분담</a:t>
            </a: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71500" indent="-571500">
              <a:buFontTx/>
              <a:buChar char="-"/>
            </a:pP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715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E8D0-665B-08E7-455B-F8108B48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C8E2F1-8554-3A13-DC3C-F5B26DD27D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62664C-0AB2-C4F8-73AE-5BAB7B34FD3B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3B068F-F076-355E-EFF3-B207261154EA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배경 및 목적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53D6ED-DF41-B389-A4FE-902A3DE2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406" y="1783391"/>
            <a:ext cx="4969473" cy="22875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4A8CF7B-448B-0D9F-4434-58F89802C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21" y="2074583"/>
            <a:ext cx="5845590" cy="2323915"/>
          </a:xfrm>
          <a:prstGeom prst="rect">
            <a:avLst/>
          </a:prstGeom>
        </p:spPr>
      </p:pic>
      <p:pic>
        <p:nvPicPr>
          <p:cNvPr id="13" name="그림 12" descr="폰트, 텍스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B6C8CA8-FF4D-8208-96FA-DA77ACCDF7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339" y="4538239"/>
            <a:ext cx="1535181" cy="1828358"/>
          </a:xfrm>
          <a:prstGeom prst="rect">
            <a:avLst/>
          </a:prstGeom>
        </p:spPr>
      </p:pic>
      <p:pic>
        <p:nvPicPr>
          <p:cNvPr id="14" name="그림 13" descr="폰트, 그래픽, 스크린샷, 그래픽 디자인이(가) 표시된 사진">
            <a:extLst>
              <a:ext uri="{FF2B5EF4-FFF2-40B4-BE49-F238E27FC236}">
                <a16:creationId xmlns:a16="http://schemas.microsoft.com/office/drawing/2014/main" id="{D1EBCD54-6532-5954-B139-8B1AD88FA6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83" y="4616450"/>
            <a:ext cx="3005817" cy="109383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A9ACFF-0A68-E4CE-EA0C-3DF7FB6EB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009" y="4359069"/>
            <a:ext cx="3567882" cy="200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5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A5EE-DC4F-72B2-B547-40B06CC6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5F00E0-B731-A253-EDF0-FF109E53A1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742658-C3AF-F8C7-4BC7-ADFB62FF3649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1F9EED-D849-4738-8945-BD0745A4074F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배경 및 목적</a:t>
            </a:r>
          </a:p>
        </p:txBody>
      </p:sp>
      <p:pic>
        <p:nvPicPr>
          <p:cNvPr id="6" name="그림 5" descr="애니메이션, PC 게임, 만화 영화, 비디오 게임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8483D3-637A-BB94-7C36-87ACE73A47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03306"/>
            <a:ext cx="4129024" cy="2322576"/>
          </a:xfrm>
          <a:prstGeom prst="rect">
            <a:avLst/>
          </a:prstGeom>
        </p:spPr>
      </p:pic>
      <p:pic>
        <p:nvPicPr>
          <p:cNvPr id="11" name="그림 10" descr="만화 영화, 두개골, 소설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FF6F8-95F8-5356-E817-4C3FE5B49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250" y="2203306"/>
            <a:ext cx="4204562" cy="24094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CBBAED-88DF-1BB4-5D3A-AE556FF36046}"/>
              </a:ext>
            </a:extLst>
          </p:cNvPr>
          <p:cNvSpPr txBox="1"/>
          <p:nvPr/>
        </p:nvSpPr>
        <p:spPr>
          <a:xfrm>
            <a:off x="1702308" y="4795897"/>
            <a:ext cx="8787384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멀티플레이를 지원하는 게임 개발 경험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60000"/>
              </a:lnSpc>
            </a:pP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60000"/>
              </a:lnSpc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미래 </a:t>
            </a:r>
            <a:r>
              <a:rPr lang="ko-KR" altLang="en-US" sz="3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인디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게임 개발에 도움 및 시장 발전에 기여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75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DF2A-A83B-7AE1-BB6B-A90B167E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2752EA-4714-8610-B6A8-7C8749704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B2F0FD-6BF4-BCFF-9F5A-67F1018E4D08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8B00E5-A3FB-B4F3-074E-2922F791855C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내용 및 방법</a:t>
            </a:r>
          </a:p>
        </p:txBody>
      </p:sp>
      <p:pic>
        <p:nvPicPr>
          <p:cNvPr id="3" name="그림 2" descr="폰트, 그래픽, 스크린샷, 그래픽 디자인이(가) 표시된 사진">
            <a:extLst>
              <a:ext uri="{FF2B5EF4-FFF2-40B4-BE49-F238E27FC236}">
                <a16:creationId xmlns:a16="http://schemas.microsoft.com/office/drawing/2014/main" id="{739EAD9C-236B-B285-380D-8BF700CAF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077" y="4089826"/>
            <a:ext cx="3005817" cy="1093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B46843-F863-4ECE-E195-A1637380F884}"/>
              </a:ext>
            </a:extLst>
          </p:cNvPr>
          <p:cNvSpPr txBox="1"/>
          <p:nvPr/>
        </p:nvSpPr>
        <p:spPr>
          <a:xfrm>
            <a:off x="913222" y="2391092"/>
            <a:ext cx="89440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유니티</a:t>
            </a: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 NGO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이용해 네트워크 구축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오브젝트들의 실시간 상태 동기화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플레이어 캐릭터 및 적 </a:t>
            </a: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절차적 생성 던전 알고리즘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네트워크 및 게임 성능 최적화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71500" indent="-571500">
              <a:buFontTx/>
              <a:buChar char="-"/>
            </a:pPr>
            <a:endParaRPr lang="en-US" altLang="ko-KR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3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04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761E-F7FC-56EA-C1F1-F0E19D67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8A47DE-AD10-98AC-4B33-EF43F0D30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4D54E5-CF24-6808-E8DC-C593676DF4BD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F8FB89-B041-8875-E7DE-080FF4F5785D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232BF-FC05-F083-C6DC-BC290AE7DFC9}"/>
              </a:ext>
            </a:extLst>
          </p:cNvPr>
          <p:cNvSpPr txBox="1"/>
          <p:nvPr/>
        </p:nvSpPr>
        <p:spPr>
          <a:xfrm>
            <a:off x="913222" y="2391092"/>
            <a:ext cx="894401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예상 문제점</a:t>
            </a:r>
            <a:endParaRPr lang="en-US" altLang="ko-KR" sz="3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NGO </a:t>
            </a:r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경험 부족으로 인한 개발 난항</a:t>
            </a: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환경에서의 동기화 문제</a:t>
            </a:r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8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해결을 위한 준비 방안</a:t>
            </a:r>
            <a:endParaRPr lang="en-US" altLang="ko-KR" sz="28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유니티에서 제공하는 </a:t>
            </a:r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NGO </a:t>
            </a:r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예제 및 샘플 프로젝트 진행</a:t>
            </a: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환경에서 발생할 수 있는 동기화 문제 연구</a:t>
            </a: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88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F1BC-E045-C95D-4E36-C45DB5AD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5D618C-A655-1588-AA10-647F4384CC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E28283-898F-05E9-6273-77688A997955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EDD2C60-118E-D18E-1215-B3BA98F84648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8E475-A919-886C-029D-C720E2EACE88}"/>
              </a:ext>
            </a:extLst>
          </p:cNvPr>
          <p:cNvSpPr txBox="1"/>
          <p:nvPr/>
        </p:nvSpPr>
        <p:spPr>
          <a:xfrm>
            <a:off x="1781902" y="2695621"/>
            <a:ext cx="89440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애자일 스크럼 방식 적용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3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Github</a:t>
            </a: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flow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전략 적용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Notion, Discord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통한 협업과 일정 관리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4A581-BFD5-6F61-5853-3AD2A707D452}"/>
              </a:ext>
            </a:extLst>
          </p:cNvPr>
          <p:cNvSpPr txBox="1"/>
          <p:nvPr/>
        </p:nvSpPr>
        <p:spPr>
          <a:xfrm>
            <a:off x="2136059" y="4519496"/>
            <a:ext cx="8944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원활한 협업 도모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631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C41D-3540-39BE-58B0-FA79CB78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D84609-3BDE-3699-9BC6-1C65C1489B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09491A-F3B5-DE00-BCDF-7F1406E782F0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D32EA5-912D-0889-D8D0-630F46E4040C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23560-A8F1-2EC1-ED3E-1587DFAEA2D3}"/>
              </a:ext>
            </a:extLst>
          </p:cNvPr>
          <p:cNvSpPr txBox="1"/>
          <p:nvPr/>
        </p:nvSpPr>
        <p:spPr>
          <a:xfrm>
            <a:off x="1727038" y="2439589"/>
            <a:ext cx="89440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유니티</a:t>
            </a: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 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구축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플레이어 캐릭터 및 적 캐릭터 개발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상 캐릭터 상태 동기화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랜덤 맵 생성 알고리즘 구현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게임 요소 구현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Tx/>
              <a:buChar char="-"/>
            </a:pP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380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14F4-0868-A348-8EC7-D8493C5D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271A70-4A2E-F5EA-05A5-0616C552C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2E1801F-ACC3-7CAB-35A7-3942E30BD161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37F49D9-243E-0802-9733-609B42BC42C9}"/>
              </a:ext>
            </a:extLst>
          </p:cNvPr>
          <p:cNvSpPr txBox="1"/>
          <p:nvPr/>
        </p:nvSpPr>
        <p:spPr>
          <a:xfrm>
            <a:off x="651162" y="1148745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분담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B4E311-CBA9-F9CD-BDFF-FADE9C05D5F9}"/>
              </a:ext>
            </a:extLst>
          </p:cNvPr>
          <p:cNvSpPr/>
          <p:nvPr/>
        </p:nvSpPr>
        <p:spPr>
          <a:xfrm>
            <a:off x="806196" y="2276888"/>
            <a:ext cx="10652760" cy="3877024"/>
          </a:xfrm>
          <a:prstGeom prst="rect">
            <a:avLst/>
          </a:prstGeom>
          <a:solidFill>
            <a:srgbClr val="FF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DB57EA-0A6A-EFE8-8D5E-F40F07E02EBC}"/>
              </a:ext>
            </a:extLst>
          </p:cNvPr>
          <p:cNvSpPr/>
          <p:nvPr/>
        </p:nvSpPr>
        <p:spPr>
          <a:xfrm>
            <a:off x="806196" y="3505093"/>
            <a:ext cx="2953512" cy="10362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20201781 </a:t>
            </a:r>
            <a:r>
              <a:rPr lang="ko-KR" altLang="en-US" b="1" dirty="0" err="1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이윤재</a:t>
            </a:r>
            <a:endParaRPr lang="en-US" altLang="ko-KR" b="1" dirty="0">
              <a:solidFill>
                <a:sysClr val="windowText" lastClr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466A9B-0209-5988-11C1-EBD46ED48934}"/>
              </a:ext>
            </a:extLst>
          </p:cNvPr>
          <p:cNvSpPr/>
          <p:nvPr/>
        </p:nvSpPr>
        <p:spPr>
          <a:xfrm>
            <a:off x="3759708" y="3505093"/>
            <a:ext cx="7699248" cy="10128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멀티플레이 및 게임 시스템 구현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188795-229D-7B98-1B02-5B6016B6C2BB}"/>
              </a:ext>
            </a:extLst>
          </p:cNvPr>
          <p:cNvSpPr/>
          <p:nvPr/>
        </p:nvSpPr>
        <p:spPr>
          <a:xfrm>
            <a:off x="806196" y="4535394"/>
            <a:ext cx="2953512" cy="10128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20211877 </a:t>
            </a:r>
            <a:r>
              <a:rPr lang="ko-KR" altLang="en-US" b="1" dirty="0" err="1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성송</a:t>
            </a:r>
            <a:endParaRPr lang="en-US" altLang="ko-KR" b="1" dirty="0">
              <a:solidFill>
                <a:sysClr val="windowText" lastClr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r>
              <a:rPr lang="en-US" altLang="ko-KR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디자인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AD1833-5769-4D4C-3A9B-ED319B4AD5DF}"/>
              </a:ext>
            </a:extLst>
          </p:cNvPr>
          <p:cNvSpPr/>
          <p:nvPr/>
        </p:nvSpPr>
        <p:spPr>
          <a:xfrm>
            <a:off x="806196" y="2484716"/>
            <a:ext cx="2953512" cy="1027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20201758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구한빈</a:t>
            </a:r>
            <a:endParaRPr lang="en-US" altLang="ko-KR" b="1" dirty="0">
              <a:solidFill>
                <a:sysClr val="windowText" lastClr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팀장</a:t>
            </a:r>
            <a:r>
              <a:rPr lang="en-US" altLang="ko-KR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 및 개발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B48BA-6053-BF39-F4C3-82380CACA751}"/>
              </a:ext>
            </a:extLst>
          </p:cNvPr>
          <p:cNvSpPr/>
          <p:nvPr/>
        </p:nvSpPr>
        <p:spPr>
          <a:xfrm>
            <a:off x="3759708" y="2484273"/>
            <a:ext cx="7699248" cy="10307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프로젝트 일정 관리 및 게임 기획</a:t>
            </a:r>
            <a:r>
              <a:rPr lang="en-US" altLang="ko-KR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및 게임 시스템 개발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D90FF-EABC-6DB3-D17A-5CFC7A3C8707}"/>
              </a:ext>
            </a:extLst>
          </p:cNvPr>
          <p:cNvSpPr/>
          <p:nvPr/>
        </p:nvSpPr>
        <p:spPr>
          <a:xfrm>
            <a:off x="3759708" y="3514237"/>
            <a:ext cx="7699248" cy="10270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 및 게임 시스템 개발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F536B7-D408-9555-14C8-2F7B0701A52D}"/>
              </a:ext>
            </a:extLst>
          </p:cNvPr>
          <p:cNvSpPr/>
          <p:nvPr/>
        </p:nvSpPr>
        <p:spPr>
          <a:xfrm>
            <a:off x="3759708" y="4535393"/>
            <a:ext cx="7699248" cy="10128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캐릭터</a:t>
            </a:r>
            <a:r>
              <a:rPr lang="en-US" altLang="ko-KR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스킬</a:t>
            </a:r>
            <a:r>
              <a:rPr lang="en-US" altLang="ko-KR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UI </a:t>
            </a:r>
            <a:r>
              <a:rPr lang="ko-KR" altLang="en-US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디자인 및 게임 캐릭터 개발</a:t>
            </a:r>
          </a:p>
        </p:txBody>
      </p:sp>
    </p:spTree>
    <p:extLst>
      <p:ext uri="{BB962C8B-B14F-4D97-AF65-F5344CB8AC3E}">
        <p14:creationId xmlns:p14="http://schemas.microsoft.com/office/powerpoint/2010/main" val="94189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6222-3A90-C34E-CE37-E22692BD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96BFAD-C08F-FF08-5E6C-E82F0061F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6439E-4311-4979-B707-5CFB84381751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4EB13E-0E75-DF62-BCB6-28F3D01C167B}"/>
              </a:ext>
            </a:extLst>
          </p:cNvPr>
          <p:cNvSpPr txBox="1"/>
          <p:nvPr/>
        </p:nvSpPr>
        <p:spPr>
          <a:xfrm>
            <a:off x="4313682" y="3731597"/>
            <a:ext cx="3564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58978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326</Words>
  <Application>Microsoft Office PowerPoint</Application>
  <PresentationFormat>와이드스크린</PresentationFormat>
  <Paragraphs>71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</vt:lpstr>
      <vt:lpstr>Arial</vt:lpstr>
      <vt:lpstr>맑은 고딕</vt:lpstr>
      <vt:lpstr>Office 테마</vt:lpstr>
      <vt:lpstr>유니티를 이용한 로그라이크  멀티플레이 게임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구한빈</dc:creator>
  <cp:lastModifiedBy>구한빈</cp:lastModifiedBy>
  <cp:revision>33</cp:revision>
  <dcterms:created xsi:type="dcterms:W3CDTF">2025-03-09T21:55:20Z</dcterms:created>
  <dcterms:modified xsi:type="dcterms:W3CDTF">2025-03-11T03:23:24Z</dcterms:modified>
</cp:coreProperties>
</file>